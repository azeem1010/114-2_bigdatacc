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52D2C-96D7-BA33-35B2-BF9F95ED2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0E326B-BA62-D5B9-D708-748176EE6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4BE62F-733C-36DC-92E1-FB1E7B84F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FA5DD-AA7A-24D0-FC8B-527FE539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37F529-4F29-232F-A746-5D60E880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0614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E0E122-7452-8004-A58E-6125A43E0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7C41AF-6CD9-FE35-8EC5-80AB789B6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52BB6D-C86A-501B-ED61-79E6F4FD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429B88-9261-06E9-F2C4-63AE133D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6718AB-3AFC-CAF4-54C8-3525AEBB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998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8FE267-3908-D14D-861F-E0FBFF99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5D8558-5307-BD9E-AFE3-9E538DDF4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46E049-E5B0-0586-216A-90096AD0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1E88F4-BE7A-0C40-2F3A-332594E8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B7B613-CD9C-3722-8916-672EEBD7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89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04EB48-A0B8-6939-4C56-E45B05AD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566D82-7739-121A-A7B1-0215A257F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27C59E-8EEB-85FE-7337-EADDC4068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28CC2FF-00ED-855A-E578-B76E3367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E0A5DF-B5A1-9F3C-027B-ACC8414D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7460ED-14B8-9470-6D1C-7AB78013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26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FF339E-0128-CD43-8E19-731C94307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1E3821-F9D7-EC00-EE75-6D2FE752A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72BAAB-F263-D07F-F567-7CD9D76AE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ABD52A7-2081-FE60-441B-062A865E9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4E423CF-03B5-DD69-8928-B6E8AFB12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398FB73-D3FC-5CD2-975B-C07AE40D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5E7A90D-9D32-5848-5BB2-903C464B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8B1D7F-9565-FBA2-BAB3-549A3419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709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E43D08-CCF2-B2AF-CC28-78A11C415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33B4467-2F81-3360-48A0-BB509D72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C64279C-312A-9BDE-9DB2-5AF6DC3BB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BDCE8E-483C-DDB1-C667-C9C6783FC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322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B843AE5-39B7-5816-437D-00F680AE7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D8F1E0-1B80-6ED6-3715-1B3AC2AA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8E25CF-70A5-0003-CF0F-BB6106BB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30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2A228A-B098-F309-2B2D-1B2909D2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645403-4A42-B3BB-0EB8-12AF51974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095040-96BE-3E14-F25A-A77CD4C13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E4B4B81-A905-CA97-EB8F-6A05EAE30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FFAE86A-77C9-4079-DEB8-2C581048E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1245A5-9E32-5CFE-AFB8-81E4BAC7E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982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7B4DC1-47E3-AD43-835D-7A92EEC4F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6E20CA2-2073-5DD1-0A71-36154EE66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9225F2-A5FC-4098-7DED-7DF9E240D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A1EFFF-5B4A-B3E4-F4AF-129FFE6F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8710BB-FD55-3361-E9A1-DA1A5CE1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F612D2-5BFF-0992-801F-357EF631C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3316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56CD66-C5C9-A23C-766D-A271D64C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D551E22-D53F-B9FF-1B6A-CFDCE6DAA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F5D61E-A93B-1EA0-47C7-A570FA64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BAF094-8FF0-48DB-FFFB-E8DB0C96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69A48D-47C2-4CB2-60B0-F36192DA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395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25A890F-1A55-0F1D-14D3-85AC9B6BB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DC21E1E-AC79-DE6A-DDBA-161AADCAE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D7ED2C-6A7C-149D-76BE-316C2666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14C8FE-1B33-99BD-88BC-5629E620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153DFA-442B-3962-D58D-594879F0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81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B689675-C572-D6E1-004A-5FCDA95B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C460B5-B325-6DBA-F4D9-1BB426FA9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30C819-EF54-B37D-79FB-9F854CD1E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A30C7B-6386-450B-AB72-214F2BE7F27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14E637-03F9-0FA4-F758-B8447A0B7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4140DB-8088-D646-C366-174464DAC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A90CB-6314-427F-B912-590160B0A5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038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42B57B-6DA7-A41E-7B48-97F6FEB79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680A9C-861F-752F-8F82-02CA90CB0E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CF45ABF-191E-3B23-2290-7DA150074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50" y="266258"/>
            <a:ext cx="11107700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3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100BB6D-BF9B-D6FD-35D8-8AA7A8313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397" y="511628"/>
            <a:ext cx="10265939" cy="5834743"/>
          </a:xfrm>
        </p:spPr>
      </p:pic>
    </p:spTree>
    <p:extLst>
      <p:ext uri="{BB962C8B-B14F-4D97-AF65-F5344CB8AC3E}">
        <p14:creationId xmlns:p14="http://schemas.microsoft.com/office/powerpoint/2010/main" val="20474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8254BBB-09DB-4F0B-57E0-E859AA49D7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926" y="278024"/>
            <a:ext cx="10773285" cy="6301951"/>
          </a:xfrm>
        </p:spPr>
      </p:pic>
      <p:sp>
        <p:nvSpPr>
          <p:cNvPr id="10" name="AutoShape 2" descr="MySQL Download Free - 9.0.1 | TechSpot">
            <a:extLst>
              <a:ext uri="{FF2B5EF4-FFF2-40B4-BE49-F238E27FC236}">
                <a16:creationId xmlns:a16="http://schemas.microsoft.com/office/drawing/2014/main" id="{6D046B08-2C4E-EB29-BD52-843C596D12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05045" y="31329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1" name="AutoShape 4" descr="MySQL Download Free - 9.0.1 | TechSpot">
            <a:extLst>
              <a:ext uri="{FF2B5EF4-FFF2-40B4-BE49-F238E27FC236}">
                <a16:creationId xmlns:a16="http://schemas.microsoft.com/office/drawing/2014/main" id="{1D611822-5402-D8BF-7A8E-D30AEC5DF3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939143" cy="293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491ED38-CCBF-B839-724D-2D78DDD15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89" y="1835006"/>
            <a:ext cx="2318983" cy="231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28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3B678D-0206-83C5-7D98-6BAE9DC3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879C98C4-F045-12E9-B27B-2BFE979B0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617" y="201358"/>
            <a:ext cx="11222766" cy="6455283"/>
          </a:xfrm>
        </p:spPr>
      </p:pic>
    </p:spTree>
    <p:extLst>
      <p:ext uri="{BB962C8B-B14F-4D97-AF65-F5344CB8AC3E}">
        <p14:creationId xmlns:p14="http://schemas.microsoft.com/office/powerpoint/2010/main" val="345724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寬螢幕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1</cp:revision>
  <dcterms:created xsi:type="dcterms:W3CDTF">2026-06-02T07:10:01Z</dcterms:created>
  <dcterms:modified xsi:type="dcterms:W3CDTF">2026-06-02T07:21:19Z</dcterms:modified>
</cp:coreProperties>
</file>